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71" r:id="rId3"/>
    <p:sldId id="261" r:id="rId4"/>
    <p:sldId id="258" r:id="rId5"/>
    <p:sldId id="263" r:id="rId6"/>
    <p:sldId id="265" r:id="rId7"/>
    <p:sldId id="264" r:id="rId8"/>
    <p:sldId id="262" r:id="rId9"/>
    <p:sldId id="269" r:id="rId10"/>
    <p:sldId id="270" r:id="rId11"/>
    <p:sldId id="268" r:id="rId12"/>
    <p:sldId id="267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F4E29F-36D4-4812-B6A1-ABBE13FE598F}" v="80" dt="2025-11-09T09:18:38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2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pratap Daur" userId="3449087b0c91cbce" providerId="LiveId" clId="{7AD22FD8-17C0-4679-9AA9-1359C1B4A65D}"/>
    <pc:docChg chg="custSel addSld delSld modSld sldOrd">
      <pc:chgData name="Suryapratap Daur" userId="3449087b0c91cbce" providerId="LiveId" clId="{7AD22FD8-17C0-4679-9AA9-1359C1B4A65D}" dt="2025-11-09T09:18:42.081" v="383" actId="1076"/>
      <pc:docMkLst>
        <pc:docMk/>
      </pc:docMkLst>
      <pc:sldChg chg="addSp delSp modSp mod">
        <pc:chgData name="Suryapratap Daur" userId="3449087b0c91cbce" providerId="LiveId" clId="{7AD22FD8-17C0-4679-9AA9-1359C1B4A65D}" dt="2025-11-09T09:17:17.737" v="368" actId="20577"/>
        <pc:sldMkLst>
          <pc:docMk/>
          <pc:sldMk cId="721837455" sldId="262"/>
        </pc:sldMkLst>
        <pc:spChg chg="mod">
          <ac:chgData name="Suryapratap Daur" userId="3449087b0c91cbce" providerId="LiveId" clId="{7AD22FD8-17C0-4679-9AA9-1359C1B4A65D}" dt="2025-11-09T09:17:14.732" v="366" actId="20577"/>
          <ac:spMkLst>
            <pc:docMk/>
            <pc:sldMk cId="721837455" sldId="262"/>
            <ac:spMk id="2" creationId="{F75DCA87-0BEA-F069-6083-3D22C7B42753}"/>
          </ac:spMkLst>
        </pc:spChg>
        <pc:spChg chg="del">
          <ac:chgData name="Suryapratap Daur" userId="3449087b0c91cbce" providerId="LiveId" clId="{7AD22FD8-17C0-4679-9AA9-1359C1B4A65D}" dt="2025-11-09T08:44:12.766" v="80" actId="21"/>
          <ac:spMkLst>
            <pc:docMk/>
            <pc:sldMk cId="721837455" sldId="262"/>
            <ac:spMk id="3" creationId="{660B11D4-1724-1C9D-B889-08622F25FB57}"/>
          </ac:spMkLst>
        </pc:spChg>
        <pc:spChg chg="add mod">
          <ac:chgData name="Suryapratap Daur" userId="3449087b0c91cbce" providerId="LiveId" clId="{7AD22FD8-17C0-4679-9AA9-1359C1B4A65D}" dt="2025-11-09T09:11:55.429" v="293" actId="20577"/>
          <ac:spMkLst>
            <pc:docMk/>
            <pc:sldMk cId="721837455" sldId="262"/>
            <ac:spMk id="5" creationId="{A3D0CE27-51E0-2323-CD52-5AFC988975C4}"/>
          </ac:spMkLst>
        </pc:spChg>
        <pc:spChg chg="add mod">
          <ac:chgData name="Suryapratap Daur" userId="3449087b0c91cbce" providerId="LiveId" clId="{7AD22FD8-17C0-4679-9AA9-1359C1B4A65D}" dt="2025-11-09T09:17:17.737" v="368" actId="20577"/>
          <ac:spMkLst>
            <pc:docMk/>
            <pc:sldMk cId="721837455" sldId="262"/>
            <ac:spMk id="7" creationId="{566B72EE-125C-D961-C895-FE413C55EB02}"/>
          </ac:spMkLst>
        </pc:spChg>
        <pc:spChg chg="add">
          <ac:chgData name="Suryapratap Daur" userId="3449087b0c91cbce" providerId="LiveId" clId="{7AD22FD8-17C0-4679-9AA9-1359C1B4A65D}" dt="2025-11-09T08:48:13.470" v="120"/>
          <ac:spMkLst>
            <pc:docMk/>
            <pc:sldMk cId="721837455" sldId="262"/>
            <ac:spMk id="8" creationId="{EA9C84D7-1EDB-D5DE-4AA1-63CB66E85A1E}"/>
          </ac:spMkLst>
        </pc:spChg>
        <pc:spChg chg="add">
          <ac:chgData name="Suryapratap Daur" userId="3449087b0c91cbce" providerId="LiveId" clId="{7AD22FD8-17C0-4679-9AA9-1359C1B4A65D}" dt="2025-11-09T08:48:17.155" v="121"/>
          <ac:spMkLst>
            <pc:docMk/>
            <pc:sldMk cId="721837455" sldId="262"/>
            <ac:spMk id="9" creationId="{681688CE-92F4-1C83-7DBA-E58E7A0808E7}"/>
          </ac:spMkLst>
        </pc:spChg>
        <pc:spChg chg="add mod">
          <ac:chgData name="Suryapratap Daur" userId="3449087b0c91cbce" providerId="LiveId" clId="{7AD22FD8-17C0-4679-9AA9-1359C1B4A65D}" dt="2025-11-09T09:12:04.262" v="295" actId="1076"/>
          <ac:spMkLst>
            <pc:docMk/>
            <pc:sldMk cId="721837455" sldId="262"/>
            <ac:spMk id="10" creationId="{F3DA10CF-6D63-3279-C683-CCF316CF4EFF}"/>
          </ac:spMkLst>
        </pc:spChg>
        <pc:picChg chg="add mod">
          <ac:chgData name="Suryapratap Daur" userId="3449087b0c91cbce" providerId="LiveId" clId="{7AD22FD8-17C0-4679-9AA9-1359C1B4A65D}" dt="2025-11-09T08:49:58.609" v="134" actId="1076"/>
          <ac:picMkLst>
            <pc:docMk/>
            <pc:sldMk cId="721837455" sldId="262"/>
            <ac:picMk id="12" creationId="{BD2E4BB2-5982-33E8-0748-BA2EB7D38EFE}"/>
          </ac:picMkLst>
        </pc:picChg>
      </pc:sldChg>
      <pc:sldChg chg="addSp delSp modSp mod">
        <pc:chgData name="Suryapratap Daur" userId="3449087b0c91cbce" providerId="LiveId" clId="{7AD22FD8-17C0-4679-9AA9-1359C1B4A65D}" dt="2025-11-09T09:17:04.465" v="361" actId="20577"/>
        <pc:sldMkLst>
          <pc:docMk/>
          <pc:sldMk cId="152621960" sldId="264"/>
        </pc:sldMkLst>
        <pc:spChg chg="mod">
          <ac:chgData name="Suryapratap Daur" userId="3449087b0c91cbce" providerId="LiveId" clId="{7AD22FD8-17C0-4679-9AA9-1359C1B4A65D}" dt="2025-11-09T09:17:04.465" v="361" actId="20577"/>
          <ac:spMkLst>
            <pc:docMk/>
            <pc:sldMk cId="152621960" sldId="264"/>
            <ac:spMk id="16" creationId="{EF56DC9B-236B-A3AB-8B3D-A7A89790DEDC}"/>
          </ac:spMkLst>
        </pc:spChg>
        <pc:spChg chg="del mod">
          <ac:chgData name="Suryapratap Daur" userId="3449087b0c91cbce" providerId="LiveId" clId="{7AD22FD8-17C0-4679-9AA9-1359C1B4A65D}" dt="2025-11-09T08:38:41.635" v="63" actId="21"/>
          <ac:spMkLst>
            <pc:docMk/>
            <pc:sldMk cId="152621960" sldId="264"/>
            <ac:spMk id="18" creationId="{44D2C696-0E83-2D6D-31AD-4406DF445221}"/>
          </ac:spMkLst>
        </pc:spChg>
        <pc:picChg chg="add mod ord">
          <ac:chgData name="Suryapratap Daur" userId="3449087b0c91cbce" providerId="LiveId" clId="{7AD22FD8-17C0-4679-9AA9-1359C1B4A65D}" dt="2025-11-09T08:41:36.490" v="78" actId="1076"/>
          <ac:picMkLst>
            <pc:docMk/>
            <pc:sldMk cId="152621960" sldId="264"/>
            <ac:picMk id="3" creationId="{9641FDC5-F8EE-8A28-FC3F-076063702C84}"/>
          </ac:picMkLst>
        </pc:picChg>
      </pc:sldChg>
      <pc:sldChg chg="addSp delSp modSp mod">
        <pc:chgData name="Suryapratap Daur" userId="3449087b0c91cbce" providerId="LiveId" clId="{7AD22FD8-17C0-4679-9AA9-1359C1B4A65D}" dt="2025-11-09T09:18:42.081" v="383" actId="1076"/>
        <pc:sldMkLst>
          <pc:docMk/>
          <pc:sldMk cId="3144593635" sldId="265"/>
        </pc:sldMkLst>
        <pc:spChg chg="mod">
          <ac:chgData name="Suryapratap Daur" userId="3449087b0c91cbce" providerId="LiveId" clId="{7AD22FD8-17C0-4679-9AA9-1359C1B4A65D}" dt="2025-11-09T09:18:42.081" v="383" actId="1076"/>
          <ac:spMkLst>
            <pc:docMk/>
            <pc:sldMk cId="3144593635" sldId="265"/>
            <ac:spMk id="2" creationId="{35FED708-218D-D456-3C9A-80D84CC3E0F7}"/>
          </ac:spMkLst>
        </pc:spChg>
        <pc:spChg chg="add del mod">
          <ac:chgData name="Suryapratap Daur" userId="3449087b0c91cbce" providerId="LiveId" clId="{7AD22FD8-17C0-4679-9AA9-1359C1B4A65D}" dt="2025-11-09T09:18:17.875" v="377" actId="21"/>
          <ac:spMkLst>
            <pc:docMk/>
            <pc:sldMk cId="3144593635" sldId="265"/>
            <ac:spMk id="3" creationId="{5299E97E-B640-B5F4-0DF1-31CC94AADCEE}"/>
          </ac:spMkLst>
        </pc:spChg>
        <pc:spChg chg="add">
          <ac:chgData name="Suryapratap Daur" userId="3449087b0c91cbce" providerId="LiveId" clId="{7AD22FD8-17C0-4679-9AA9-1359C1B4A65D}" dt="2025-11-09T08:31:48.889" v="14"/>
          <ac:spMkLst>
            <pc:docMk/>
            <pc:sldMk cId="3144593635" sldId="265"/>
            <ac:spMk id="4" creationId="{2ECF3FC1-B949-95D1-79F3-3FC5D39CB1A5}"/>
          </ac:spMkLst>
        </pc:spChg>
        <pc:spChg chg="add mod">
          <ac:chgData name="Suryapratap Daur" userId="3449087b0c91cbce" providerId="LiveId" clId="{7AD22FD8-17C0-4679-9AA9-1359C1B4A65D}" dt="2025-11-09T09:18:38.785" v="382" actId="1076"/>
          <ac:spMkLst>
            <pc:docMk/>
            <pc:sldMk cId="3144593635" sldId="265"/>
            <ac:spMk id="5" creationId="{1600F32C-3418-35A8-3066-491E7095BD82}"/>
          </ac:spMkLst>
        </pc:spChg>
        <pc:spChg chg="add del mod">
          <ac:chgData name="Suryapratap Daur" userId="3449087b0c91cbce" providerId="LiveId" clId="{7AD22FD8-17C0-4679-9AA9-1359C1B4A65D}" dt="2025-11-09T09:17:10.302" v="364"/>
          <ac:spMkLst>
            <pc:docMk/>
            <pc:sldMk cId="3144593635" sldId="265"/>
            <ac:spMk id="7" creationId="{B82BAFFA-2E49-9AC1-CB13-06B1FE1111CF}"/>
          </ac:spMkLst>
        </pc:spChg>
        <pc:spChg chg="del">
          <ac:chgData name="Suryapratap Daur" userId="3449087b0c91cbce" providerId="LiveId" clId="{7AD22FD8-17C0-4679-9AA9-1359C1B4A65D}" dt="2025-11-09T08:31:04.676" v="3" actId="21"/>
          <ac:spMkLst>
            <pc:docMk/>
            <pc:sldMk cId="3144593635" sldId="265"/>
            <ac:spMk id="11" creationId="{5299E97E-B640-B5F4-0DF1-31CC94AADCEE}"/>
          </ac:spMkLst>
        </pc:spChg>
        <pc:picChg chg="add mod">
          <ac:chgData name="Suryapratap Daur" userId="3449087b0c91cbce" providerId="LiveId" clId="{7AD22FD8-17C0-4679-9AA9-1359C1B4A65D}" dt="2025-11-09T09:18:32.096" v="381" actId="14100"/>
          <ac:picMkLst>
            <pc:docMk/>
            <pc:sldMk cId="3144593635" sldId="265"/>
            <ac:picMk id="1028" creationId="{43BAD78B-DAFE-39E9-7647-F7CAF6866C59}"/>
          </ac:picMkLst>
        </pc:picChg>
      </pc:sldChg>
      <pc:sldChg chg="modSp del mod">
        <pc:chgData name="Suryapratap Daur" userId="3449087b0c91cbce" providerId="LiveId" clId="{7AD22FD8-17C0-4679-9AA9-1359C1B4A65D}" dt="2025-11-09T09:15:12.205" v="317" actId="2696"/>
        <pc:sldMkLst>
          <pc:docMk/>
          <pc:sldMk cId="2635815675" sldId="266"/>
        </pc:sldMkLst>
        <pc:spChg chg="mod">
          <ac:chgData name="Suryapratap Daur" userId="3449087b0c91cbce" providerId="LiveId" clId="{7AD22FD8-17C0-4679-9AA9-1359C1B4A65D}" dt="2025-11-09T08:37:07.896" v="41" actId="21"/>
          <ac:spMkLst>
            <pc:docMk/>
            <pc:sldMk cId="2635815675" sldId="266"/>
            <ac:spMk id="2" creationId="{1264FB7B-40EB-F897-FC4A-D5FBE84B65E0}"/>
          </ac:spMkLst>
        </pc:spChg>
      </pc:sldChg>
      <pc:sldChg chg="addSp delSp modSp mod">
        <pc:chgData name="Suryapratap Daur" userId="3449087b0c91cbce" providerId="LiveId" clId="{7AD22FD8-17C0-4679-9AA9-1359C1B4A65D}" dt="2025-11-09T09:17:35.261" v="374" actId="20577"/>
        <pc:sldMkLst>
          <pc:docMk/>
          <pc:sldMk cId="2833431464" sldId="267"/>
        </pc:sldMkLst>
        <pc:spChg chg="mod">
          <ac:chgData name="Suryapratap Daur" userId="3449087b0c91cbce" providerId="LiveId" clId="{7AD22FD8-17C0-4679-9AA9-1359C1B4A65D}" dt="2025-11-09T09:17:35.261" v="374" actId="20577"/>
          <ac:spMkLst>
            <pc:docMk/>
            <pc:sldMk cId="2833431464" sldId="267"/>
            <ac:spMk id="2" creationId="{333E93DF-885C-6612-CD1C-807CCE4FB39E}"/>
          </ac:spMkLst>
        </pc:spChg>
        <pc:spChg chg="del">
          <ac:chgData name="Suryapratap Daur" userId="3449087b0c91cbce" providerId="LiveId" clId="{7AD22FD8-17C0-4679-9AA9-1359C1B4A65D}" dt="2025-11-09T09:12:48.418" v="298" actId="21"/>
          <ac:spMkLst>
            <pc:docMk/>
            <pc:sldMk cId="2833431464" sldId="267"/>
            <ac:spMk id="3" creationId="{F233D194-E8CA-9EA0-DD93-66D0095B38DC}"/>
          </ac:spMkLst>
        </pc:spChg>
        <pc:spChg chg="add mod">
          <ac:chgData name="Suryapratap Daur" userId="3449087b0c91cbce" providerId="LiveId" clId="{7AD22FD8-17C0-4679-9AA9-1359C1B4A65D}" dt="2025-11-09T09:13:02.311" v="302" actId="15"/>
          <ac:spMkLst>
            <pc:docMk/>
            <pc:sldMk cId="2833431464" sldId="267"/>
            <ac:spMk id="5" creationId="{F52C5AA8-0BFF-C0F2-9D6E-F878D3FD0377}"/>
          </ac:spMkLst>
        </pc:spChg>
        <pc:spChg chg="add mod">
          <ac:chgData name="Suryapratap Daur" userId="3449087b0c91cbce" providerId="LiveId" clId="{7AD22FD8-17C0-4679-9AA9-1359C1B4A65D}" dt="2025-11-09T09:14:07.477" v="311" actId="15"/>
          <ac:spMkLst>
            <pc:docMk/>
            <pc:sldMk cId="2833431464" sldId="267"/>
            <ac:spMk id="7" creationId="{90D9CD1D-C754-C0F7-7EB0-57B0CDC40F8E}"/>
          </ac:spMkLst>
        </pc:spChg>
        <pc:picChg chg="add del mod">
          <ac:chgData name="Suryapratap Daur" userId="3449087b0c91cbce" providerId="LiveId" clId="{7AD22FD8-17C0-4679-9AA9-1359C1B4A65D}" dt="2025-11-09T09:15:00.014" v="316" actId="21"/>
          <ac:picMkLst>
            <pc:docMk/>
            <pc:sldMk cId="2833431464" sldId="267"/>
            <ac:picMk id="6146" creationId="{D447E941-B8FC-E4AB-60F7-EECF0D6C8AD3}"/>
          </ac:picMkLst>
        </pc:picChg>
        <pc:picChg chg="add mod">
          <ac:chgData name="Suryapratap Daur" userId="3449087b0c91cbce" providerId="LiveId" clId="{7AD22FD8-17C0-4679-9AA9-1359C1B4A65D}" dt="2025-11-09T09:14:57.178" v="315" actId="1076"/>
          <ac:picMkLst>
            <pc:docMk/>
            <pc:sldMk cId="2833431464" sldId="267"/>
            <ac:picMk id="6148" creationId="{6562E7FF-121F-02D8-ADC2-35F2517CEC21}"/>
          </ac:picMkLst>
        </pc:picChg>
      </pc:sldChg>
      <pc:sldChg chg="addSp delSp modSp mod ord">
        <pc:chgData name="Suryapratap Daur" userId="3449087b0c91cbce" providerId="LiveId" clId="{7AD22FD8-17C0-4679-9AA9-1359C1B4A65D}" dt="2025-11-09T09:11:34.276" v="291" actId="1076"/>
        <pc:sldMkLst>
          <pc:docMk/>
          <pc:sldMk cId="2724164212" sldId="268"/>
        </pc:sldMkLst>
        <pc:spChg chg="mod">
          <ac:chgData name="Suryapratap Daur" userId="3449087b0c91cbce" providerId="LiveId" clId="{7AD22FD8-17C0-4679-9AA9-1359C1B4A65D}" dt="2025-11-09T08:47:00.465" v="111" actId="21"/>
          <ac:spMkLst>
            <pc:docMk/>
            <pc:sldMk cId="2724164212" sldId="268"/>
            <ac:spMk id="2" creationId="{C9B7E111-8F85-4DC0-0625-89F663DB0589}"/>
          </ac:spMkLst>
        </pc:spChg>
        <pc:spChg chg="del">
          <ac:chgData name="Suryapratap Daur" userId="3449087b0c91cbce" providerId="LiveId" clId="{7AD22FD8-17C0-4679-9AA9-1359C1B4A65D}" dt="2025-11-09T09:06:13.533" v="232" actId="21"/>
          <ac:spMkLst>
            <pc:docMk/>
            <pc:sldMk cId="2724164212" sldId="268"/>
            <ac:spMk id="3" creationId="{601960D3-7E86-BD9D-FAE9-5922BD85CAAA}"/>
          </ac:spMkLst>
        </pc:spChg>
        <pc:spChg chg="add mod">
          <ac:chgData name="Suryapratap Daur" userId="3449087b0c91cbce" providerId="LiveId" clId="{7AD22FD8-17C0-4679-9AA9-1359C1B4A65D}" dt="2025-11-09T09:07:33.446" v="244" actId="403"/>
          <ac:spMkLst>
            <pc:docMk/>
            <pc:sldMk cId="2724164212" sldId="268"/>
            <ac:spMk id="5" creationId="{28083E7D-DCEB-90AF-566E-0F57B30AC1D8}"/>
          </ac:spMkLst>
        </pc:spChg>
        <pc:spChg chg="add mod">
          <ac:chgData name="Suryapratap Daur" userId="3449087b0c91cbce" providerId="LiveId" clId="{7AD22FD8-17C0-4679-9AA9-1359C1B4A65D}" dt="2025-11-09T09:08:51.562" v="260" actId="1076"/>
          <ac:spMkLst>
            <pc:docMk/>
            <pc:sldMk cId="2724164212" sldId="268"/>
            <ac:spMk id="6" creationId="{E16E0E13-A502-B9BD-1A9D-B8A6BD52E1BC}"/>
          </ac:spMkLst>
        </pc:spChg>
        <pc:spChg chg="add mod">
          <ac:chgData name="Suryapratap Daur" userId="3449087b0c91cbce" providerId="LiveId" clId="{7AD22FD8-17C0-4679-9AA9-1359C1B4A65D}" dt="2025-11-09T09:09:32.177" v="267" actId="20577"/>
          <ac:spMkLst>
            <pc:docMk/>
            <pc:sldMk cId="2724164212" sldId="268"/>
            <ac:spMk id="10" creationId="{A36E261B-D3CC-7DF7-E2E3-D23D3F879F5D}"/>
          </ac:spMkLst>
        </pc:spChg>
        <pc:spChg chg="add mod">
          <ac:chgData name="Suryapratap Daur" userId="3449087b0c91cbce" providerId="LiveId" clId="{7AD22FD8-17C0-4679-9AA9-1359C1B4A65D}" dt="2025-11-09T09:11:34.276" v="291" actId="1076"/>
          <ac:spMkLst>
            <pc:docMk/>
            <pc:sldMk cId="2724164212" sldId="268"/>
            <ac:spMk id="11" creationId="{FC48097E-CA58-8579-3D98-519209F3F698}"/>
          </ac:spMkLst>
        </pc:spChg>
        <pc:spChg chg="add mod">
          <ac:chgData name="Suryapratap Daur" userId="3449087b0c91cbce" providerId="LiveId" clId="{7AD22FD8-17C0-4679-9AA9-1359C1B4A65D}" dt="2025-11-09T09:11:27.445" v="290" actId="404"/>
          <ac:spMkLst>
            <pc:docMk/>
            <pc:sldMk cId="2724164212" sldId="268"/>
            <ac:spMk id="14" creationId="{6CA4356C-BDA1-220D-DDFF-F87564AEE63A}"/>
          </ac:spMkLst>
        </pc:spChg>
        <pc:picChg chg="add mod">
          <ac:chgData name="Suryapratap Daur" userId="3449087b0c91cbce" providerId="LiveId" clId="{7AD22FD8-17C0-4679-9AA9-1359C1B4A65D}" dt="2025-11-09T09:09:22.657" v="262" actId="1076"/>
          <ac:picMkLst>
            <pc:docMk/>
            <pc:sldMk cId="2724164212" sldId="268"/>
            <ac:picMk id="8" creationId="{F37E5BB8-1440-AB46-900D-5AFDAE638BBD}"/>
          </ac:picMkLst>
        </pc:picChg>
        <pc:picChg chg="add mod">
          <ac:chgData name="Suryapratap Daur" userId="3449087b0c91cbce" providerId="LiveId" clId="{7AD22FD8-17C0-4679-9AA9-1359C1B4A65D}" dt="2025-11-09T09:10:32.596" v="281" actId="1076"/>
          <ac:picMkLst>
            <pc:docMk/>
            <pc:sldMk cId="2724164212" sldId="268"/>
            <ac:picMk id="13" creationId="{11B75386-926E-0AE7-F112-68A25826F6E2}"/>
          </ac:picMkLst>
        </pc:picChg>
      </pc:sldChg>
      <pc:sldChg chg="addSp delSp modSp mod">
        <pc:chgData name="Suryapratap Daur" userId="3449087b0c91cbce" providerId="LiveId" clId="{7AD22FD8-17C0-4679-9AA9-1359C1B4A65D}" dt="2025-11-09T09:17:22.531" v="370" actId="20577"/>
        <pc:sldMkLst>
          <pc:docMk/>
          <pc:sldMk cId="2123284402" sldId="269"/>
        </pc:sldMkLst>
        <pc:spChg chg="mod">
          <ac:chgData name="Suryapratap Daur" userId="3449087b0c91cbce" providerId="LiveId" clId="{7AD22FD8-17C0-4679-9AA9-1359C1B4A65D}" dt="2025-11-09T09:17:22.531" v="370" actId="20577"/>
          <ac:spMkLst>
            <pc:docMk/>
            <pc:sldMk cId="2123284402" sldId="269"/>
            <ac:spMk id="2" creationId="{B730C70C-9A44-6B47-B154-5217C2B67E31}"/>
          </ac:spMkLst>
        </pc:spChg>
        <pc:spChg chg="del">
          <ac:chgData name="Suryapratap Daur" userId="3449087b0c91cbce" providerId="LiveId" clId="{7AD22FD8-17C0-4679-9AA9-1359C1B4A65D}" dt="2025-11-09T08:50:56.284" v="137" actId="21"/>
          <ac:spMkLst>
            <pc:docMk/>
            <pc:sldMk cId="2123284402" sldId="269"/>
            <ac:spMk id="3" creationId="{33BE09D8-6743-0FFC-2FB9-5AE6B52BD6F6}"/>
          </ac:spMkLst>
        </pc:spChg>
        <pc:spChg chg="add mod">
          <ac:chgData name="Suryapratap Daur" userId="3449087b0c91cbce" providerId="LiveId" clId="{7AD22FD8-17C0-4679-9AA9-1359C1B4A65D}" dt="2025-11-09T08:52:04.171" v="147" actId="113"/>
          <ac:spMkLst>
            <pc:docMk/>
            <pc:sldMk cId="2123284402" sldId="269"/>
            <ac:spMk id="4" creationId="{AED4BD58-9F77-98B4-FF46-DA72F31AE758}"/>
          </ac:spMkLst>
        </pc:spChg>
        <pc:spChg chg="add mod">
          <ac:chgData name="Suryapratap Daur" userId="3449087b0c91cbce" providerId="LiveId" clId="{7AD22FD8-17C0-4679-9AA9-1359C1B4A65D}" dt="2025-11-09T08:53:30.407" v="156" actId="14100"/>
          <ac:spMkLst>
            <pc:docMk/>
            <pc:sldMk cId="2123284402" sldId="269"/>
            <ac:spMk id="5" creationId="{9C31464C-CA91-8570-CA0D-F8C31EEB211E}"/>
          </ac:spMkLst>
        </pc:spChg>
        <pc:picChg chg="add mod">
          <ac:chgData name="Suryapratap Daur" userId="3449087b0c91cbce" providerId="LiveId" clId="{7AD22FD8-17C0-4679-9AA9-1359C1B4A65D}" dt="2025-11-09T08:53:43.917" v="157" actId="1076"/>
          <ac:picMkLst>
            <pc:docMk/>
            <pc:sldMk cId="2123284402" sldId="269"/>
            <ac:picMk id="7" creationId="{2E6184ED-B823-F8B0-269B-11897E226268}"/>
          </ac:picMkLst>
        </pc:picChg>
        <pc:picChg chg="add mod">
          <ac:chgData name="Suryapratap Daur" userId="3449087b0c91cbce" providerId="LiveId" clId="{7AD22FD8-17C0-4679-9AA9-1359C1B4A65D}" dt="2025-11-09T08:54:13.291" v="164" actId="14100"/>
          <ac:picMkLst>
            <pc:docMk/>
            <pc:sldMk cId="2123284402" sldId="269"/>
            <ac:picMk id="8" creationId="{975F3883-A7B3-FB30-C4BE-DC23934C8580}"/>
          </ac:picMkLst>
        </pc:picChg>
      </pc:sldChg>
      <pc:sldChg chg="addSp delSp modSp mod">
        <pc:chgData name="Suryapratap Daur" userId="3449087b0c91cbce" providerId="LiveId" clId="{7AD22FD8-17C0-4679-9AA9-1359C1B4A65D}" dt="2025-11-09T09:17:29.432" v="372" actId="20577"/>
        <pc:sldMkLst>
          <pc:docMk/>
          <pc:sldMk cId="618772746" sldId="270"/>
        </pc:sldMkLst>
        <pc:spChg chg="mod">
          <ac:chgData name="Suryapratap Daur" userId="3449087b0c91cbce" providerId="LiveId" clId="{7AD22FD8-17C0-4679-9AA9-1359C1B4A65D}" dt="2025-11-09T09:17:29.432" v="372" actId="20577"/>
          <ac:spMkLst>
            <pc:docMk/>
            <pc:sldMk cId="618772746" sldId="270"/>
            <ac:spMk id="2" creationId="{D2024E78-8B24-C83A-A6F5-AC79D538161A}"/>
          </ac:spMkLst>
        </pc:spChg>
        <pc:spChg chg="add del">
          <ac:chgData name="Suryapratap Daur" userId="3449087b0c91cbce" providerId="LiveId" clId="{7AD22FD8-17C0-4679-9AA9-1359C1B4A65D}" dt="2025-11-09T09:04:24.942" v="213" actId="21"/>
          <ac:spMkLst>
            <pc:docMk/>
            <pc:sldMk cId="618772746" sldId="270"/>
            <ac:spMk id="3" creationId="{55E301C1-F4A0-D1C0-D8D6-313DDFC3B245}"/>
          </ac:spMkLst>
        </pc:spChg>
        <pc:spChg chg="add mod">
          <ac:chgData name="Suryapratap Daur" userId="3449087b0c91cbce" providerId="LiveId" clId="{7AD22FD8-17C0-4679-9AA9-1359C1B4A65D}" dt="2025-11-09T09:00:55.263" v="166"/>
          <ac:spMkLst>
            <pc:docMk/>
            <pc:sldMk cId="618772746" sldId="270"/>
            <ac:spMk id="5" creationId="{8115B8AF-7101-9DE2-9BD7-C9DCA45DA279}"/>
          </ac:spMkLst>
        </pc:spChg>
        <pc:spChg chg="add mod">
          <ac:chgData name="Suryapratap Daur" userId="3449087b0c91cbce" providerId="LiveId" clId="{7AD22FD8-17C0-4679-9AA9-1359C1B4A65D}" dt="2025-11-09T09:03:09.083" v="168"/>
          <ac:spMkLst>
            <pc:docMk/>
            <pc:sldMk cId="618772746" sldId="270"/>
            <ac:spMk id="11" creationId="{926C75D0-FC7D-B367-B6CB-CB78A7557C25}"/>
          </ac:spMkLst>
        </pc:spChg>
        <pc:spChg chg="add mod">
          <ac:chgData name="Suryapratap Daur" userId="3449087b0c91cbce" providerId="LiveId" clId="{7AD22FD8-17C0-4679-9AA9-1359C1B4A65D}" dt="2025-11-09T09:03:12.985" v="170"/>
          <ac:spMkLst>
            <pc:docMk/>
            <pc:sldMk cId="618772746" sldId="270"/>
            <ac:spMk id="17" creationId="{4E406EB3-6DCB-D00D-5722-0E6F091B88EC}"/>
          </ac:spMkLst>
        </pc:spChg>
        <pc:spChg chg="add mod">
          <ac:chgData name="Suryapratap Daur" userId="3449087b0c91cbce" providerId="LiveId" clId="{7AD22FD8-17C0-4679-9AA9-1359C1B4A65D}" dt="2025-11-09T09:05:53.181" v="229" actId="1076"/>
          <ac:spMkLst>
            <pc:docMk/>
            <pc:sldMk cId="618772746" sldId="270"/>
            <ac:spMk id="21" creationId="{65FA848D-F395-C2E7-6360-CA1BFDAD4BBD}"/>
          </ac:spMkLst>
        </pc:spChg>
        <pc:spChg chg="add mod">
          <ac:chgData name="Suryapratap Daur" userId="3449087b0c91cbce" providerId="LiveId" clId="{7AD22FD8-17C0-4679-9AA9-1359C1B4A65D}" dt="2025-11-09T09:07:00.289" v="239" actId="113"/>
          <ac:spMkLst>
            <pc:docMk/>
            <pc:sldMk cId="618772746" sldId="270"/>
            <ac:spMk id="24" creationId="{3ED290E4-4F67-6644-6AA0-A1EFEBB475E4}"/>
          </ac:spMkLst>
        </pc:spChg>
        <pc:graphicFrameChg chg="add mod">
          <ac:chgData name="Suryapratap Daur" userId="3449087b0c91cbce" providerId="LiveId" clId="{7AD22FD8-17C0-4679-9AA9-1359C1B4A65D}" dt="2025-11-09T09:00:55.263" v="166"/>
          <ac:graphicFrameMkLst>
            <pc:docMk/>
            <pc:sldMk cId="618772746" sldId="270"/>
            <ac:graphicFrameMk id="4" creationId="{A45B6AD6-D697-A20B-73D0-090205FBA808}"/>
          </ac:graphicFrameMkLst>
        </pc:graphicFrameChg>
        <pc:graphicFrameChg chg="add mod">
          <ac:chgData name="Suryapratap Daur" userId="3449087b0c91cbce" providerId="LiveId" clId="{7AD22FD8-17C0-4679-9AA9-1359C1B4A65D}" dt="2025-11-09T09:03:09.083" v="168"/>
          <ac:graphicFrameMkLst>
            <pc:docMk/>
            <pc:sldMk cId="618772746" sldId="270"/>
            <ac:graphicFrameMk id="6" creationId="{F111D7B8-6321-F273-3BD6-196236E19A2B}"/>
          </ac:graphicFrameMkLst>
        </pc:graphicFrameChg>
        <pc:graphicFrameChg chg="add mod">
          <ac:chgData name="Suryapratap Daur" userId="3449087b0c91cbce" providerId="LiveId" clId="{7AD22FD8-17C0-4679-9AA9-1359C1B4A65D}" dt="2025-11-09T09:03:06.759" v="167"/>
          <ac:graphicFrameMkLst>
            <pc:docMk/>
            <pc:sldMk cId="618772746" sldId="270"/>
            <ac:graphicFrameMk id="7" creationId="{0FE01D3F-1A44-528F-4AA3-9B81147FF57A}"/>
          </ac:graphicFrameMkLst>
        </pc:graphicFrameChg>
        <pc:graphicFrameChg chg="add mod">
          <ac:chgData name="Suryapratap Daur" userId="3449087b0c91cbce" providerId="LiveId" clId="{7AD22FD8-17C0-4679-9AA9-1359C1B4A65D}" dt="2025-11-09T09:03:06.759" v="167"/>
          <ac:graphicFrameMkLst>
            <pc:docMk/>
            <pc:sldMk cId="618772746" sldId="270"/>
            <ac:graphicFrameMk id="8" creationId="{C75A077B-F28E-9490-5D66-9928F3BC9656}"/>
          </ac:graphicFrameMkLst>
        </pc:graphicFrameChg>
        <pc:graphicFrameChg chg="add mod">
          <ac:chgData name="Suryapratap Daur" userId="3449087b0c91cbce" providerId="LiveId" clId="{7AD22FD8-17C0-4679-9AA9-1359C1B4A65D}" dt="2025-11-09T09:03:06.759" v="167"/>
          <ac:graphicFrameMkLst>
            <pc:docMk/>
            <pc:sldMk cId="618772746" sldId="270"/>
            <ac:graphicFrameMk id="9" creationId="{74F8C2F2-433A-8E99-3948-28A31A08864F}"/>
          </ac:graphicFrameMkLst>
        </pc:graphicFrameChg>
        <pc:graphicFrameChg chg="add mod">
          <ac:chgData name="Suryapratap Daur" userId="3449087b0c91cbce" providerId="LiveId" clId="{7AD22FD8-17C0-4679-9AA9-1359C1B4A65D}" dt="2025-11-09T09:03:06.759" v="167"/>
          <ac:graphicFrameMkLst>
            <pc:docMk/>
            <pc:sldMk cId="618772746" sldId="270"/>
            <ac:graphicFrameMk id="10" creationId="{E847D1AF-520F-EE6A-E0F9-7AEF575A64C7}"/>
          </ac:graphicFrameMkLst>
        </pc:graphicFrameChg>
        <pc:graphicFrameChg chg="add mod">
          <ac:chgData name="Suryapratap Daur" userId="3449087b0c91cbce" providerId="LiveId" clId="{7AD22FD8-17C0-4679-9AA9-1359C1B4A65D}" dt="2025-11-09T09:03:12.985" v="170"/>
          <ac:graphicFrameMkLst>
            <pc:docMk/>
            <pc:sldMk cId="618772746" sldId="270"/>
            <ac:graphicFrameMk id="12" creationId="{79894A6E-8578-7EA7-2012-6FEEA773EDE4}"/>
          </ac:graphicFrameMkLst>
        </pc:graphicFrameChg>
        <pc:graphicFrameChg chg="add mod">
          <ac:chgData name="Suryapratap Daur" userId="3449087b0c91cbce" providerId="LiveId" clId="{7AD22FD8-17C0-4679-9AA9-1359C1B4A65D}" dt="2025-11-09T09:03:11.791" v="169"/>
          <ac:graphicFrameMkLst>
            <pc:docMk/>
            <pc:sldMk cId="618772746" sldId="270"/>
            <ac:graphicFrameMk id="13" creationId="{00155D35-23B4-96EF-39AA-F1F934EE2B9C}"/>
          </ac:graphicFrameMkLst>
        </pc:graphicFrameChg>
        <pc:graphicFrameChg chg="add mod">
          <ac:chgData name="Suryapratap Daur" userId="3449087b0c91cbce" providerId="LiveId" clId="{7AD22FD8-17C0-4679-9AA9-1359C1B4A65D}" dt="2025-11-09T09:03:11.791" v="169"/>
          <ac:graphicFrameMkLst>
            <pc:docMk/>
            <pc:sldMk cId="618772746" sldId="270"/>
            <ac:graphicFrameMk id="14" creationId="{073E511C-68AF-056E-0D3C-0B883173F236}"/>
          </ac:graphicFrameMkLst>
        </pc:graphicFrameChg>
        <pc:graphicFrameChg chg="add mod">
          <ac:chgData name="Suryapratap Daur" userId="3449087b0c91cbce" providerId="LiveId" clId="{7AD22FD8-17C0-4679-9AA9-1359C1B4A65D}" dt="2025-11-09T09:03:11.791" v="169"/>
          <ac:graphicFrameMkLst>
            <pc:docMk/>
            <pc:sldMk cId="618772746" sldId="270"/>
            <ac:graphicFrameMk id="15" creationId="{44351071-CCB8-9ABC-68C3-3C1ABC38B6A4}"/>
          </ac:graphicFrameMkLst>
        </pc:graphicFrameChg>
        <pc:graphicFrameChg chg="add mod">
          <ac:chgData name="Suryapratap Daur" userId="3449087b0c91cbce" providerId="LiveId" clId="{7AD22FD8-17C0-4679-9AA9-1359C1B4A65D}" dt="2025-11-09T09:03:11.791" v="169"/>
          <ac:graphicFrameMkLst>
            <pc:docMk/>
            <pc:sldMk cId="618772746" sldId="270"/>
            <ac:graphicFrameMk id="16" creationId="{5ADCD05C-082F-5539-6A1F-74BC9E34AB6E}"/>
          </ac:graphicFrameMkLst>
        </pc:graphicFrameChg>
        <pc:picChg chg="add mod">
          <ac:chgData name="Suryapratap Daur" userId="3449087b0c91cbce" providerId="LiveId" clId="{7AD22FD8-17C0-4679-9AA9-1359C1B4A65D}" dt="2025-11-09T09:05:19.020" v="221" actId="14100"/>
          <ac:picMkLst>
            <pc:docMk/>
            <pc:sldMk cId="618772746" sldId="270"/>
            <ac:picMk id="19" creationId="{C0B16A74-CFB2-1874-5F9B-29B1066628A1}"/>
          </ac:picMkLst>
        </pc:picChg>
        <pc:picChg chg="add mod">
          <ac:chgData name="Suryapratap Daur" userId="3449087b0c91cbce" providerId="LiveId" clId="{7AD22FD8-17C0-4679-9AA9-1359C1B4A65D}" dt="2025-11-09T09:05:46.671" v="228" actId="1076"/>
          <ac:picMkLst>
            <pc:docMk/>
            <pc:sldMk cId="618772746" sldId="270"/>
            <ac:picMk id="23" creationId="{370B11F9-E66C-F8C5-F5EE-337E103F900A}"/>
          </ac:picMkLst>
        </pc:picChg>
      </pc:sldChg>
      <pc:sldChg chg="addSp modSp mod">
        <pc:chgData name="Suryapratap Daur" userId="3449087b0c91cbce" providerId="LiveId" clId="{7AD22FD8-17C0-4679-9AA9-1359C1B4A65D}" dt="2025-11-09T08:30:14.830" v="2" actId="962"/>
        <pc:sldMkLst>
          <pc:docMk/>
          <pc:sldMk cId="4102266365" sldId="271"/>
        </pc:sldMkLst>
        <pc:picChg chg="add mod">
          <ac:chgData name="Suryapratap Daur" userId="3449087b0c91cbce" providerId="LiveId" clId="{7AD22FD8-17C0-4679-9AA9-1359C1B4A65D}" dt="2025-11-09T08:30:14.830" v="2" actId="962"/>
          <ac:picMkLst>
            <pc:docMk/>
            <pc:sldMk cId="4102266365" sldId="271"/>
            <ac:picMk id="3" creationId="{8BFD6BA7-D980-479A-DC0A-96CE36AE0373}"/>
          </ac:picMkLst>
        </pc:picChg>
      </pc:sldChg>
      <pc:sldChg chg="addSp modSp new mod">
        <pc:chgData name="Suryapratap Daur" userId="3449087b0c91cbce" providerId="LiveId" clId="{7AD22FD8-17C0-4679-9AA9-1359C1B4A65D}" dt="2025-11-09T09:16:22.770" v="359" actId="2711"/>
        <pc:sldMkLst>
          <pc:docMk/>
          <pc:sldMk cId="1855303534" sldId="272"/>
        </pc:sldMkLst>
        <pc:spChg chg="add mod">
          <ac:chgData name="Suryapratap Daur" userId="3449087b0c91cbce" providerId="LiveId" clId="{7AD22FD8-17C0-4679-9AA9-1359C1B4A65D}" dt="2025-11-09T09:16:22.770" v="359" actId="2711"/>
          <ac:spMkLst>
            <pc:docMk/>
            <pc:sldMk cId="1855303534" sldId="272"/>
            <ac:spMk id="2" creationId="{F85CCE6E-EAAC-8348-180C-B123739B410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buNone/>
          </a:pPr>
          <a:r>
            <a:rPr lang="en-US" b="0" i="0" dirty="0"/>
            <a:t>How do sales vary by day of the week and hour of the day?</a:t>
          </a:r>
          <a:endParaRPr lang="en-US" dirty="0"/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 dirty="0"/>
            <a:t>01</a:t>
          </a:r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en-US" b="0" i="0" dirty="0"/>
            <a:t>Are there any peak time for sales activity?</a:t>
          </a:r>
          <a:endParaRPr lang="en-US" dirty="0"/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/>
      <dgm:spPr/>
      <dgm:t>
        <a:bodyPr/>
        <a:lstStyle/>
        <a:p>
          <a:pPr>
            <a:buNone/>
          </a:pPr>
          <a:r>
            <a:rPr lang="en-US" b="0" i="0" dirty="0"/>
            <a:t>What is the total sales revenue for each month ?</a:t>
          </a:r>
          <a:endParaRPr lang="en-US" dirty="0"/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buNone/>
          </a:pPr>
          <a:r>
            <a:rPr lang="en-US" b="0" i="0" dirty="0"/>
            <a:t>How do sales revenue vary across different store locations ?</a:t>
          </a:r>
          <a:endParaRPr lang="en-US" dirty="0"/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53742231-981F-480A-940F-203EC2F7423F}">
      <dgm:prSet/>
      <dgm:spPr/>
      <dgm:t>
        <a:bodyPr/>
        <a:lstStyle/>
        <a:p>
          <a:pPr>
            <a:buNone/>
          </a:pPr>
          <a:r>
            <a:rPr lang="en-US" b="0" i="0" dirty="0"/>
            <a:t>What is the average price/order ?</a:t>
          </a:r>
          <a:endParaRPr lang="en-US" dirty="0"/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  <a:endParaRPr lang="en-US" dirty="0"/>
        </a:p>
      </dgm:t>
    </dgm:pt>
    <dgm:pt modelId="{9EF41CC5-EF3B-4A6D-8229-3F1333EADFB3}">
      <dgm:prSet/>
      <dgm:spPr/>
      <dgm:t>
        <a:bodyPr/>
        <a:lstStyle/>
        <a:p>
          <a:pPr>
            <a:buNone/>
          </a:pPr>
          <a:r>
            <a:rPr lang="en-US" b="0" i="0" dirty="0"/>
            <a:t>Which product are the best selling in term of quantity and revenue ?</a:t>
          </a:r>
          <a:endParaRPr lang="en-US" dirty="0"/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 custLinFactNeighborX="-3942" custLinFactNeighborY="-4383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 custLinFactNeighborX="-1" custLinFactNeighborY="432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buNone/>
          </a:pPr>
          <a:r>
            <a:rPr lang="en-US" b="0" i="0" dirty="0"/>
            <a:t>How do sales vary by product category and type ?</a:t>
          </a:r>
          <a:endParaRPr lang="en-US" dirty="0"/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en-US" dirty="0"/>
            <a:t>Total sales analysis for the month January ?</a:t>
          </a:r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  <a:endParaRPr lang="en-US" dirty="0"/>
        </a:p>
      </dgm:t>
    </dgm:pt>
    <dgm:pt modelId="{9EF41CC5-EF3B-4A6D-8229-3F1333EADFB3}">
      <dgm:prSet/>
      <dgm:spPr/>
      <dgm:t>
        <a:bodyPr/>
        <a:lstStyle/>
        <a:p>
          <a:pPr>
            <a:defRPr cap="all"/>
          </a:pPr>
          <a:r>
            <a:rPr lang="en-US" dirty="0"/>
            <a:t>What product is the least and most famous in store  ?</a:t>
          </a:r>
        </a:p>
      </dgm:t>
    </dgm:pt>
    <dgm:pt modelId="{DAEF1C7D-B0C5-46FA-BED3-8A54E918D3E0}" type="parTrans" cxnId="{D386C2C4-D5F4-4E56-816E-80E3FE43D9A0}">
      <dgm:prSet/>
      <dgm:spPr/>
      <dgm:t>
        <a:bodyPr/>
        <a:lstStyle/>
        <a:p>
          <a:endParaRPr lang="en-US"/>
        </a:p>
      </dgm:t>
    </dgm:pt>
    <dgm:pt modelId="{98E6DD7C-B953-4119-9F64-9914E467ECBF}" type="sibTrans" cxnId="{D386C2C4-D5F4-4E56-816E-80E3FE43D9A0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 custLinFactNeighborX="-437" custLinFactNeighborY="-2777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 custLinFactNeighborX="-1" custLinFactNeighborY="432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 custLinFactNeighborX="25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1A2A7204-987A-46B1-80E1-0CF26FA12C6D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F10C1274-23FC-4F84-AC70-772EEF8F7F09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1BB902B2-23A9-4A8C-BEB7-A7468D90B78D}" type="presOf" srcId="{9EF41CC5-EF3B-4A6D-8229-3F1333EADFB3}" destId="{67D48337-9200-42EF-A956-8FC92E9B78D2}" srcOrd="1" destOrd="0" presId="urn:microsoft.com/office/officeart/2016/7/layout/LinearBlockProcessNumbered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D386C2C4-D5F4-4E56-816E-80E3FE43D9A0}" srcId="{8AA20905-3954-474B-A606-562BCA026DC1}" destId="{9EF41CC5-EF3B-4A6D-8229-3F1333EADFB3}" srcOrd="2" destOrd="0" parTransId="{DAEF1C7D-B0C5-46FA-BED3-8A54E918D3E0}" sibTransId="{98E6DD7C-B953-4119-9F64-9914E467ECBF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14E6575A-721E-47E2-9231-EF6BDA874FEE}" type="presParOf" srcId="{579698BD-D232-4926-8D7B-29A69B90858B}" destId="{3E36C1DA-E751-469B-91D5-B7ADF3790DAB}" srcOrd="3" destOrd="0" presId="urn:microsoft.com/office/officeart/2016/7/layout/LinearBlockProcessNumbered"/>
    <dgm:cxn modelId="{24D0627A-8C04-434D-ABBA-B692B70FE131}" type="presParOf" srcId="{579698BD-D232-4926-8D7B-29A69B90858B}" destId="{19974A3A-09A4-40DE-BB0F-D9AED1ACB06E}" srcOrd="4" destOrd="0" presId="urn:microsoft.com/office/officeart/2016/7/layout/LinearBlockProcessNumbered"/>
    <dgm:cxn modelId="{28801886-8657-4A6F-B550-57F779F136D9}" type="presParOf" srcId="{19974A3A-09A4-40DE-BB0F-D9AED1ACB06E}" destId="{CAD62F17-E99D-4FEF-B376-961CA4CB20EB}" srcOrd="0" destOrd="0" presId="urn:microsoft.com/office/officeart/2016/7/layout/LinearBlockProcessNumbered"/>
    <dgm:cxn modelId="{A3F71E60-D4CA-443A-9F67-AFF5F09990ED}" type="presParOf" srcId="{19974A3A-09A4-40DE-BB0F-D9AED1ACB06E}" destId="{E20811D6-E5D4-4C9E-AABF-9E0E1902CA2C}" srcOrd="1" destOrd="0" presId="urn:microsoft.com/office/officeart/2016/7/layout/LinearBlockProcessNumbered"/>
    <dgm:cxn modelId="{41CC6B7B-A9FB-4B5D-98BB-B62889A2C1F8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/>
            <a:t>How do sales vary by day of the week and hour of the day?</a:t>
          </a:r>
          <a:endParaRPr lang="en-US" sz="2600" kern="1200" dirty="0"/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 dirty="0"/>
            <a:t>01</a:t>
          </a:r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0" i="0" kern="1200" dirty="0"/>
            <a:t>Are there any peak time for sales activity?</a:t>
          </a:r>
          <a:endParaRPr lang="en-US" sz="2600" kern="1200" dirty="0"/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/>
            <a:t>What is the total sales revenue for each month ?</a:t>
          </a:r>
          <a:endParaRPr lang="en-US" sz="2600" kern="1200" dirty="0"/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076898" y="0"/>
        <a:ext cx="3275967" cy="14859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0" y="0"/>
          <a:ext cx="3275967" cy="274420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How do sales revenue vary across different store locations ?</a:t>
          </a:r>
          <a:endParaRPr lang="en-US" sz="2300" kern="1200" dirty="0"/>
        </a:p>
      </dsp:txBody>
      <dsp:txXfrm>
        <a:off x="0" y="1097680"/>
        <a:ext cx="3275967" cy="1646521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09768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01</a:t>
          </a:r>
          <a:endParaRPr lang="en-US" sz="5500" kern="1200" dirty="0"/>
        </a:p>
      </dsp:txBody>
      <dsp:txXfrm>
        <a:off x="808" y="0"/>
        <a:ext cx="3275967" cy="1097680"/>
      </dsp:txXfrm>
    </dsp:sp>
    <dsp:sp modelId="{00AE7F27-0E5D-4AFB-ACD6-B5A19E79EA42}">
      <dsp:nvSpPr>
        <dsp:cNvPr id="0" name=""/>
        <dsp:cNvSpPr/>
      </dsp:nvSpPr>
      <dsp:spPr>
        <a:xfrm>
          <a:off x="3538821" y="0"/>
          <a:ext cx="3275967" cy="274420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What is the average price/order ?</a:t>
          </a:r>
          <a:endParaRPr lang="en-US" sz="2300" kern="1200" dirty="0"/>
        </a:p>
      </dsp:txBody>
      <dsp:txXfrm>
        <a:off x="3538821" y="1097680"/>
        <a:ext cx="3275967" cy="1646521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09768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02</a:t>
          </a:r>
          <a:endParaRPr lang="en-US" sz="5500" kern="1200" dirty="0"/>
        </a:p>
      </dsp:txBody>
      <dsp:txXfrm>
        <a:off x="3538853" y="0"/>
        <a:ext cx="3275967" cy="109768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274420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Which product are the best selling in term of quantity and revenue ?</a:t>
          </a:r>
          <a:endParaRPr lang="en-US" sz="2300" kern="1200" dirty="0"/>
        </a:p>
      </dsp:txBody>
      <dsp:txXfrm>
        <a:off x="7076898" y="1097680"/>
        <a:ext cx="3275967" cy="1646521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09768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03</a:t>
          </a:r>
        </a:p>
      </dsp:txBody>
      <dsp:txXfrm>
        <a:off x="7076898" y="0"/>
        <a:ext cx="3275967" cy="10976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0" y="0"/>
          <a:ext cx="3275967" cy="274420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How do sales vary by product category and type ?</a:t>
          </a:r>
          <a:endParaRPr lang="en-US" sz="2300" kern="1200" dirty="0"/>
        </a:p>
      </dsp:txBody>
      <dsp:txXfrm>
        <a:off x="0" y="1097680"/>
        <a:ext cx="3275967" cy="1646521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09768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01</a:t>
          </a:r>
          <a:endParaRPr lang="en-US" sz="5500" kern="1200" dirty="0"/>
        </a:p>
      </dsp:txBody>
      <dsp:txXfrm>
        <a:off x="808" y="0"/>
        <a:ext cx="3275967" cy="1097680"/>
      </dsp:txXfrm>
    </dsp:sp>
    <dsp:sp modelId="{00AE7F27-0E5D-4AFB-ACD6-B5A19E79EA42}">
      <dsp:nvSpPr>
        <dsp:cNvPr id="0" name=""/>
        <dsp:cNvSpPr/>
      </dsp:nvSpPr>
      <dsp:spPr>
        <a:xfrm>
          <a:off x="3538821" y="0"/>
          <a:ext cx="3275967" cy="274420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Total sales analysis for the month January ?</a:t>
          </a:r>
        </a:p>
      </dsp:txBody>
      <dsp:txXfrm>
        <a:off x="3538821" y="1097680"/>
        <a:ext cx="3275967" cy="1646521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09768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02</a:t>
          </a:r>
          <a:endParaRPr lang="en-US" sz="5500" kern="1200" dirty="0"/>
        </a:p>
      </dsp:txBody>
      <dsp:txXfrm>
        <a:off x="3538853" y="0"/>
        <a:ext cx="3275967" cy="1097680"/>
      </dsp:txXfrm>
    </dsp:sp>
    <dsp:sp modelId="{CAD62F17-E99D-4FEF-B376-961CA4CB20EB}">
      <dsp:nvSpPr>
        <dsp:cNvPr id="0" name=""/>
        <dsp:cNvSpPr/>
      </dsp:nvSpPr>
      <dsp:spPr>
        <a:xfrm>
          <a:off x="7077707" y="0"/>
          <a:ext cx="3275967" cy="274420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What product is the least and most famous in store  ?</a:t>
          </a:r>
        </a:p>
      </dsp:txBody>
      <dsp:txXfrm>
        <a:off x="7077707" y="1097680"/>
        <a:ext cx="3275967" cy="1646521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09768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03</a:t>
          </a:r>
        </a:p>
      </dsp:txBody>
      <dsp:txXfrm>
        <a:off x="7076898" y="0"/>
        <a:ext cx="3275967" cy="1097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/>
              <a:t>Coffee Shop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/>
              <a:t>By: Suryapratap Daur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FD6BA7-D980-479A-DC0A-96CE36AE0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177"/>
            <a:ext cx="12192000" cy="518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6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F236BA-A3F9-ECC5-FD60-7038A02B7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6A538-79C1-59A9-8619-DFD4201F1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332" y="545431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 Questions Answered! 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98015D1-41D6-6FE4-CED9-C7F210A90A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5950215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50626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4702711"/>
              </p:ext>
            </p:extLst>
          </p:nvPr>
        </p:nvGraphicFramePr>
        <p:xfrm>
          <a:off x="849714" y="327862"/>
          <a:ext cx="10353675" cy="2744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89E89D7-A074-F6E6-811D-58719BE8D93A}"/>
              </a:ext>
            </a:extLst>
          </p:cNvPr>
          <p:cNvSpPr/>
          <p:nvPr/>
        </p:nvSpPr>
        <p:spPr>
          <a:xfrm>
            <a:off x="8261685" y="3529264"/>
            <a:ext cx="922421" cy="7299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22685F-51AD-76A8-A647-8DF18656E352}"/>
              </a:ext>
            </a:extLst>
          </p:cNvPr>
          <p:cNvSpPr/>
          <p:nvPr/>
        </p:nvSpPr>
        <p:spPr>
          <a:xfrm>
            <a:off x="4664798" y="521369"/>
            <a:ext cx="913288" cy="729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/>
              <a:t>05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7A79B5-B78A-0D21-E959-5C4D9FDFC561}"/>
              </a:ext>
            </a:extLst>
          </p:cNvPr>
          <p:cNvSpPr/>
          <p:nvPr/>
        </p:nvSpPr>
        <p:spPr>
          <a:xfrm>
            <a:off x="1114925" y="521369"/>
            <a:ext cx="922421" cy="729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73CF7B4-0D2B-BEEF-DE24-F77C7001D3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9992634"/>
              </p:ext>
            </p:extLst>
          </p:nvPr>
        </p:nvGraphicFramePr>
        <p:xfrm>
          <a:off x="849714" y="3429000"/>
          <a:ext cx="10353675" cy="2744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288C9A2-A3B3-AC00-E24A-7AB60D85A754}"/>
              </a:ext>
            </a:extLst>
          </p:cNvPr>
          <p:cNvSpPr/>
          <p:nvPr/>
        </p:nvSpPr>
        <p:spPr>
          <a:xfrm>
            <a:off x="1062788" y="3661611"/>
            <a:ext cx="922421" cy="729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/>
              <a:t>07</a:t>
            </a:r>
            <a:endParaRPr lang="en-IN" sz="4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B6B881-FACD-C029-4798-48E41A907464}"/>
              </a:ext>
            </a:extLst>
          </p:cNvPr>
          <p:cNvSpPr/>
          <p:nvPr/>
        </p:nvSpPr>
        <p:spPr>
          <a:xfrm>
            <a:off x="4612105" y="3661611"/>
            <a:ext cx="922421" cy="729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/>
              <a:t>08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E9363F-E208-9C1C-B4AB-DFC58A2EF231}"/>
              </a:ext>
            </a:extLst>
          </p:cNvPr>
          <p:cNvSpPr/>
          <p:nvPr/>
        </p:nvSpPr>
        <p:spPr>
          <a:xfrm>
            <a:off x="8141369" y="3613486"/>
            <a:ext cx="922421" cy="7299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/>
              <a:t>09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066A43-CB7B-F3ED-2BD7-AD08BAE68315}"/>
              </a:ext>
            </a:extLst>
          </p:cNvPr>
          <p:cNvSpPr/>
          <p:nvPr/>
        </p:nvSpPr>
        <p:spPr>
          <a:xfrm>
            <a:off x="8205538" y="560894"/>
            <a:ext cx="922421" cy="7299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/>
              <a:t>06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BFFD46-A1A7-DF03-5638-706B3025B5B7}"/>
              </a:ext>
            </a:extLst>
          </p:cNvPr>
          <p:cNvSpPr txBox="1"/>
          <p:nvPr/>
        </p:nvSpPr>
        <p:spPr>
          <a:xfrm>
            <a:off x="1167061" y="521369"/>
            <a:ext cx="8181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04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3C2CA-0251-1377-EB4D-C363B2D6A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F2379-1B0B-4080-5E21-24A40281D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152" y="545431"/>
            <a:ext cx="11903848" cy="850231"/>
          </a:xfrm>
        </p:spPr>
        <p:txBody>
          <a:bodyPr>
            <a:noAutofit/>
          </a:bodyPr>
          <a:lstStyle/>
          <a:p>
            <a:pPr algn="l"/>
            <a:r>
              <a:rPr lang="en-US" sz="3600" dirty="0"/>
              <a:t>Q1. How do sales vary by day of the week and hour of the day?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3311E6-C7BE-A033-5C22-0244FE2364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1323" y="1636432"/>
            <a:ext cx="6895066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-By Day of the Week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gradually increase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Monday (~21,000 orders)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Sunday (~27,000 orders)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Weekends (Saturday &amp; Sunday)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the highest order volumes, suggesting stronger footfall and sales.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-By Hour of the Day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graph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a clear peak around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 PM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lunchtime is the busiest.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mornings and late evenings show dips, suggesting lower activity during those hours.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2364F3-A1CC-23EE-5EF2-6D09D7212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0" t="20225" r="62566" b="40333"/>
          <a:stretch>
            <a:fillRect/>
          </a:stretch>
        </p:blipFill>
        <p:spPr>
          <a:xfrm>
            <a:off x="7757442" y="1989358"/>
            <a:ext cx="3552241" cy="329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82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9AD52-6BB2-DC2F-7773-5E523E71C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ED708-218D-D456-3C9A-80D84CC3E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5010" y="636937"/>
            <a:ext cx="10353675" cy="601579"/>
          </a:xfrm>
        </p:spPr>
        <p:txBody>
          <a:bodyPr>
            <a:noAutofit/>
          </a:bodyPr>
          <a:lstStyle/>
          <a:p>
            <a:r>
              <a:rPr lang="en-US" sz="3600" dirty="0"/>
              <a:t>Q2. Are there any peak time for sales activity?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600F32C-3418-35A8-3066-491E7095B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99" y="1252330"/>
            <a:ext cx="948528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Hour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Around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 PM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likely due to lunch breaks and high foot traffic.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Days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Saturday and Sunday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the top-performing days in terms of order volume.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Types of espresso drinks | KitchenAid US">
            <a:extLst>
              <a:ext uri="{FF2B5EF4-FFF2-40B4-BE49-F238E27FC236}">
                <a16:creationId xmlns:a16="http://schemas.microsoft.com/office/drawing/2014/main" id="{43BAD78B-DAFE-39E9-7647-F7CAF6866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67" y="2767262"/>
            <a:ext cx="10819648" cy="3497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4593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FAEC7-D7D9-1CB4-23ED-E3644C4DB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41FDC5-F8EE-8A28-FC3F-076063702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4691548"/>
            <a:ext cx="3392905" cy="1822784"/>
          </a:xfrm>
          <a:prstGeom prst="rect">
            <a:avLst/>
          </a:prstGeom>
          <a:noFill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F56DC9B-236B-A3AB-8B3D-A7A89790DEDC}"/>
              </a:ext>
            </a:extLst>
          </p:cNvPr>
          <p:cNvSpPr txBox="1"/>
          <p:nvPr/>
        </p:nvSpPr>
        <p:spPr>
          <a:xfrm>
            <a:off x="589850" y="343668"/>
            <a:ext cx="9921414" cy="469832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4759" tIns="0" rIns="44759" bIns="330200" numCol="1" spcCol="1270" anchor="t" anchorCtr="0">
            <a:noAutofit/>
          </a:bodyPr>
          <a:lstStyle/>
          <a:p>
            <a:pPr lvl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dirty="0"/>
              <a:t>Q3. How do sales revenue vary across different store locations ?</a:t>
            </a:r>
          </a:p>
          <a:p>
            <a:r>
              <a:rPr lang="en-IN" sz="3600" dirty="0">
                <a:latin typeface="Aptos Narrow" panose="020B0004020202020204" pitchFamily="34" charset="0"/>
              </a:rPr>
              <a:t>Ans</a:t>
            </a:r>
            <a:r>
              <a:rPr lang="en-IN" sz="3200" dirty="0">
                <a:latin typeface="Aptos Narrow" panose="020B0004020202020204" pitchFamily="34" charset="0"/>
              </a:rPr>
              <a:t>. </a:t>
            </a:r>
            <a:r>
              <a:rPr lang="en-US" sz="2800" dirty="0">
                <a:latin typeface="Aptos Narrow" panose="020B0004020202020204" pitchFamily="34" charset="0"/>
              </a:rPr>
              <a:t>Based on the </a:t>
            </a:r>
            <a:r>
              <a:rPr lang="en-US" sz="2800" b="1" dirty="0">
                <a:latin typeface="Aptos Narrow" panose="020B0004020202020204" pitchFamily="34" charset="0"/>
              </a:rPr>
              <a:t>Top 5 Locations by Sales (Pie Chart)</a:t>
            </a:r>
            <a:r>
              <a:rPr lang="en-US" sz="2800" dirty="0">
                <a:latin typeface="Aptos Narrow" panose="020B0004020202020204" pitchFamily="34" charset="0"/>
              </a:rPr>
              <a:t>:</a:t>
            </a:r>
          </a:p>
          <a:p>
            <a:endParaRPr lang="en-US" sz="2800" dirty="0">
              <a:latin typeface="Aptos Narrow" panose="020B0004020202020204" pitchFamily="34" charset="0"/>
            </a:endParaRPr>
          </a:p>
          <a:p>
            <a:r>
              <a:rPr lang="en-US" sz="2800" b="1" dirty="0">
                <a:latin typeface="Aptos Narrow" panose="020B0004020202020204" pitchFamily="34" charset="0"/>
              </a:rPr>
              <a:t>-Bristo Espresso</a:t>
            </a:r>
            <a:r>
              <a:rPr lang="en-US" sz="2800" dirty="0">
                <a:latin typeface="Aptos Narrow" panose="020B0004020202020204" pitchFamily="34" charset="0"/>
              </a:rPr>
              <a:t> leads in sales.</a:t>
            </a:r>
          </a:p>
          <a:p>
            <a:r>
              <a:rPr lang="en-US" sz="2800" dirty="0">
                <a:latin typeface="Aptos Narrow" panose="020B0004020202020204" pitchFamily="34" charset="0"/>
              </a:rPr>
              <a:t>-Followed by </a:t>
            </a:r>
            <a:r>
              <a:rPr lang="en-US" sz="2800" b="1" dirty="0">
                <a:latin typeface="Aptos Narrow" panose="020B0004020202020204" pitchFamily="34" charset="0"/>
              </a:rPr>
              <a:t>Central Perk</a:t>
            </a:r>
            <a:r>
              <a:rPr lang="en-US" sz="2800" dirty="0">
                <a:latin typeface="Aptos Narrow" panose="020B0004020202020204" pitchFamily="34" charset="0"/>
              </a:rPr>
              <a:t>, </a:t>
            </a:r>
            <a:r>
              <a:rPr lang="en-US" sz="2800" b="1" dirty="0">
                <a:latin typeface="Aptos Narrow" panose="020B0004020202020204" pitchFamily="34" charset="0"/>
              </a:rPr>
              <a:t>Coffee House</a:t>
            </a:r>
            <a:r>
              <a:rPr lang="en-US" sz="2800" dirty="0">
                <a:latin typeface="Aptos Narrow" panose="020B0004020202020204" pitchFamily="34" charset="0"/>
              </a:rPr>
              <a:t>, </a:t>
            </a:r>
            <a:r>
              <a:rPr lang="en-US" sz="2800" b="1" dirty="0">
                <a:latin typeface="Aptos Narrow" panose="020B0004020202020204" pitchFamily="34" charset="0"/>
              </a:rPr>
              <a:t>Java Lava</a:t>
            </a:r>
            <a:r>
              <a:rPr lang="en-US" sz="2800" dirty="0">
                <a:latin typeface="Aptos Narrow" panose="020B0004020202020204" pitchFamily="34" charset="0"/>
              </a:rPr>
              <a:t>, and </a:t>
            </a:r>
            <a:r>
              <a:rPr lang="en-US" sz="2800" b="1" dirty="0">
                <a:latin typeface="Aptos Narrow" panose="020B0004020202020204" pitchFamily="34" charset="0"/>
              </a:rPr>
              <a:t>The Grind</a:t>
            </a:r>
            <a:r>
              <a:rPr lang="en-US" sz="2800" dirty="0">
                <a:latin typeface="Aptos Narrow" panose="020B0004020202020204" pitchFamily="34" charset="0"/>
              </a:rPr>
              <a:t>.</a:t>
            </a:r>
          </a:p>
          <a:p>
            <a:endParaRPr lang="en-US" sz="2800" dirty="0">
              <a:latin typeface="Aptos Narrow" panose="020B0004020202020204" pitchFamily="34" charset="0"/>
            </a:endParaRPr>
          </a:p>
          <a:p>
            <a:r>
              <a:rPr lang="en-US" sz="2800" dirty="0">
                <a:latin typeface="Aptos Narrow" panose="020B0004020202020204" pitchFamily="34" charset="0"/>
              </a:rPr>
              <a:t>This aligns with the </a:t>
            </a:r>
            <a:r>
              <a:rPr lang="en-US" sz="2800" b="1" dirty="0">
                <a:latin typeface="Aptos Narrow" panose="020B0004020202020204" pitchFamily="34" charset="0"/>
              </a:rPr>
              <a:t>Footfall chart</a:t>
            </a:r>
            <a:r>
              <a:rPr lang="en-US" sz="2800" dirty="0">
                <a:latin typeface="Aptos Narrow" panose="020B0004020202020204" pitchFamily="34" charset="0"/>
              </a:rPr>
              <a:t>, where Bristo Espresso also has the highest visitor count (~40,000), suggesting a strong correlation between footfall and revenue.</a:t>
            </a:r>
          </a:p>
          <a:p>
            <a:pPr lvl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600" kern="1200" dirty="0"/>
          </a:p>
        </p:txBody>
      </p:sp>
    </p:spTree>
    <p:extLst>
      <p:ext uri="{BB962C8B-B14F-4D97-AF65-F5344CB8AC3E}">
        <p14:creationId xmlns:p14="http://schemas.microsoft.com/office/powerpoint/2010/main" val="152621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DCA87-0BEA-F069-6083-3D22C7B42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90" y="489285"/>
            <a:ext cx="10353762" cy="577516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Q4. What is the average price/order ?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0CE27-51E0-2323-CD52-5AFC988975C4}"/>
              </a:ext>
            </a:extLst>
          </p:cNvPr>
          <p:cNvSpPr txBox="1"/>
          <p:nvPr/>
        </p:nvSpPr>
        <p:spPr>
          <a:xfrm>
            <a:off x="568890" y="1150293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From the dashboard: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Avg/Bill Person</a:t>
            </a:r>
            <a:r>
              <a:rPr lang="en-US" dirty="0"/>
              <a:t>: $4.69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Avg/Order Person</a:t>
            </a:r>
            <a:r>
              <a:rPr lang="en-US" dirty="0"/>
              <a:t>: 1.44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So, the </a:t>
            </a:r>
            <a:r>
              <a:rPr lang="en-US" b="1" dirty="0"/>
              <a:t>average price per order</a:t>
            </a:r>
            <a:r>
              <a:rPr lang="en-US" dirty="0"/>
              <a:t> is approximately:</a:t>
            </a:r>
          </a:p>
          <a:p>
            <a:pPr>
              <a:buNone/>
            </a:pPr>
            <a:r>
              <a:rPr lang="en-US" dirty="0"/>
              <a:t>	$ 4.69/</a:t>
            </a:r>
          </a:p>
          <a:p>
            <a:pPr>
              <a:buNone/>
            </a:pPr>
            <a:r>
              <a:rPr lang="en-US" dirty="0"/>
              <a:t>	1.44      = </a:t>
            </a:r>
            <a:r>
              <a:rPr lang="en-US" dirty="0" err="1"/>
              <a:t>approx</a:t>
            </a:r>
            <a:r>
              <a:rPr lang="en-US" dirty="0"/>
              <a:t>  $ 3.26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B72EE-125C-D961-C895-FE413C55EB02}"/>
              </a:ext>
            </a:extLst>
          </p:cNvPr>
          <p:cNvSpPr txBox="1"/>
          <p:nvPr/>
        </p:nvSpPr>
        <p:spPr>
          <a:xfrm>
            <a:off x="505759" y="3630796"/>
            <a:ext cx="107963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Q5. Which product are the best selling in term of quantity and revenue ?</a:t>
            </a:r>
            <a:endParaRPr lang="en-IN" sz="28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3DA10CF-6D63-3279-C683-CCF316CF4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90" y="4415330"/>
            <a:ext cx="822667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Revenue (Bar Chart):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Coffee is the top seller (~$300,000), followed by Tea, Sandwich, and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Juic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2E4BB2-5982-33E8-0748-BA2EB7D38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578" y="399779"/>
            <a:ext cx="3991532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37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40E3C-662D-9879-1CF5-97EE2273B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0C70C-9A44-6B47-B154-5217C2B67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53" y="601579"/>
            <a:ext cx="10353762" cy="673769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Q6. How do sales vary by product category and type ?</a:t>
            </a:r>
            <a:br>
              <a:rPr lang="en-US" sz="3200" dirty="0"/>
            </a:br>
            <a:br>
              <a:rPr lang="en-US" sz="3200" dirty="0"/>
            </a:b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D4BD58-9F77-98B4-FF46-DA72F31AE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453" y="903784"/>
            <a:ext cx="1046863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Categories (Bar Chart):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Beverages (Coffee &amp; Tea) dominate sales.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Food items like Sandwiches, Cakes, Cookies, Muffins, and Pastries follow in descending order.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31464C-CA91-8570-CA0D-F8C31EEB2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54" y="2475566"/>
            <a:ext cx="590258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 Distribution (Pie Chart)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(35.7%) is the most popular size, followed by Medium (33.3%) and Large (31.0%).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suggests customers prefer smaller portions, possibly for quick consumption or lower pricing.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6184ED-B823-F8B0-269B-11897E226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516" y="4182197"/>
            <a:ext cx="4061254" cy="2495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5F3883-A7B3-FB30-C4BE-DC23934C8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732" y="1976235"/>
            <a:ext cx="3991532" cy="403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84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26FE6-FAFB-C72E-9AC3-36D97ADE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24E78-8B24-C83A-A6F5-AC79D5381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27" y="962527"/>
            <a:ext cx="10353762" cy="577516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Q7. Total sales analysis for the month January ?</a:t>
            </a:r>
            <a:br>
              <a:rPr lang="en-IN" sz="3200" dirty="0"/>
            </a:br>
            <a:r>
              <a:rPr lang="en-US" sz="3200" dirty="0"/>
              <a:t> </a:t>
            </a:r>
            <a:br>
              <a:rPr lang="en-US" sz="3200" dirty="0"/>
            </a:br>
            <a:r>
              <a:rPr lang="en-US" sz="2000" b="1" dirty="0"/>
              <a:t>Total Sales Overview - January</a:t>
            </a:r>
            <a:br>
              <a:rPr lang="en-US" sz="3200" dirty="0"/>
            </a:br>
            <a:endParaRPr lang="en-IN" sz="3200" dirty="0"/>
          </a:p>
        </p:txBody>
      </p:sp>
      <p:pic>
        <p:nvPicPr>
          <p:cNvPr id="19" name="Picture 1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0B16A74-CFB2-1874-5F9B-29B106662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28" y="1857177"/>
            <a:ext cx="5454920" cy="18792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5FA848D-F395-C2E7-6360-CA1BFDAD4BBD}"/>
              </a:ext>
            </a:extLst>
          </p:cNvPr>
          <p:cNvSpPr txBox="1"/>
          <p:nvPr/>
        </p:nvSpPr>
        <p:spPr>
          <a:xfrm>
            <a:off x="392427" y="45990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Sales by Day of the Week:</a:t>
            </a:r>
            <a:endParaRPr lang="en-IN" dirty="0"/>
          </a:p>
        </p:txBody>
      </p:sp>
      <p:pic>
        <p:nvPicPr>
          <p:cNvPr id="23" name="Picture 2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70B11F9-E66C-F8C5-F5EE-337E103F90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068" y="3935885"/>
            <a:ext cx="5110479" cy="2704844"/>
          </a:xfrm>
          <a:prstGeom prst="rect">
            <a:avLst/>
          </a:prstGeom>
        </p:spPr>
      </p:pic>
      <p:sp>
        <p:nvSpPr>
          <p:cNvPr id="24" name="Rectangle 4">
            <a:extLst>
              <a:ext uri="{FF2B5EF4-FFF2-40B4-BE49-F238E27FC236}">
                <a16:creationId xmlns:a16="http://schemas.microsoft.com/office/drawing/2014/main" id="{3ED290E4-4F67-6644-6AA0-A1EFEBB47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7182" y="2935309"/>
            <a:ext cx="416709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Trend: Sales steadily increase through the week, peaking on Sunday.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772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A51B5-7475-56DA-0F7A-7EC8A16C6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7E111-8F85-4DC0-0625-89F663DB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11" y="850233"/>
            <a:ext cx="10353762" cy="577516"/>
          </a:xfrm>
        </p:spPr>
        <p:txBody>
          <a:bodyPr>
            <a:noAutofit/>
          </a:bodyPr>
          <a:lstStyle/>
          <a:p>
            <a:pPr algn="l"/>
            <a:br>
              <a:rPr lang="en-US" sz="3200" dirty="0"/>
            </a:br>
            <a:br>
              <a:rPr lang="en-US" sz="3200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083E7D-DCEB-90AF-566E-0F57B30AC1D8}"/>
              </a:ext>
            </a:extLst>
          </p:cNvPr>
          <p:cNvSpPr txBox="1"/>
          <p:nvPr/>
        </p:nvSpPr>
        <p:spPr>
          <a:xfrm>
            <a:off x="576911" y="48090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Sales by Store Location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16E0E13-A502-B9BD-1A9D-B8A6BD52E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294" y="1926761"/>
            <a:ext cx="455053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 Locations with higher footfall like Rainbow Espresso also lead in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screenshot of a game&#10;&#10;AI-generated content may be incorrect.">
            <a:extLst>
              <a:ext uri="{FF2B5EF4-FFF2-40B4-BE49-F238E27FC236}">
                <a16:creationId xmlns:a16="http://schemas.microsoft.com/office/drawing/2014/main" id="{F37E5BB8-1440-AB46-900D-5AFDAE638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81" y="1091162"/>
            <a:ext cx="6275660" cy="248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6E261B-D3CC-7DF7-E2E3-D23D3F879F5D}"/>
              </a:ext>
            </a:extLst>
          </p:cNvPr>
          <p:cNvSpPr txBox="1"/>
          <p:nvPr/>
        </p:nvSpPr>
        <p:spPr>
          <a:xfrm>
            <a:off x="487081" y="39983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Size Distribution :</a:t>
            </a:r>
          </a:p>
          <a:p>
            <a:endParaRPr lang="en-IN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C48097E-CA58-8579-3D98-519209F3F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0775" y="4460897"/>
            <a:ext cx="37997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Observation: Small and large sizes are nearly equally popular, with medium slightly behind.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11B75386-926E-0AE7-F112-68A25826F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11" y="4460897"/>
            <a:ext cx="6950558" cy="1800790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6CA4356C-BDA1-220D-DDFF-F87564AEE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939" y="840903"/>
            <a:ext cx="384853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Seller: Espresso Beverages dominate both revenue and likely quantity.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164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20854-261A-84E3-35BB-A9C30C5F8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E93DF-885C-6612-CD1C-807CCE4FB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63" y="617622"/>
            <a:ext cx="10353762" cy="577516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Q8. What product is the least and most famous in store  ?</a:t>
            </a:r>
            <a:br>
              <a:rPr lang="en-US" sz="3200" dirty="0"/>
            </a:br>
            <a:br>
              <a:rPr lang="en-US" sz="3200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C5AA8-0BFF-C0F2-9D6E-F878D3FD0377}"/>
              </a:ext>
            </a:extLst>
          </p:cNvPr>
          <p:cNvSpPr txBox="1"/>
          <p:nvPr/>
        </p:nvSpPr>
        <p:spPr>
          <a:xfrm>
            <a:off x="642551" y="90638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Most Famous Product Category</a:t>
            </a:r>
          </a:p>
          <a:p>
            <a:pPr>
              <a:buNone/>
            </a:pP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Espresso Beverages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💰 Revenue: $285,365.23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🚀 This category leads by a wide margin, making it the most popular and highest-earning product in the store.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D9CD1D-C754-C0F7-7EB0-57B0CDC40F8E}"/>
              </a:ext>
            </a:extLst>
          </p:cNvPr>
          <p:cNvSpPr txBox="1"/>
          <p:nvPr/>
        </p:nvSpPr>
        <p:spPr>
          <a:xfrm>
            <a:off x="642551" y="322785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Least Famous Product Category</a:t>
            </a:r>
          </a:p>
          <a:p>
            <a:pPr>
              <a:buNone/>
            </a:pPr>
            <a:r>
              <a:rPr lang="en-US" b="1" dirty="0"/>
              <a:t>	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Other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💰 Revenue: $85,365.23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📉 This category has the lowest sales, indicating it's the least favored or least frequently purchased.</a:t>
            </a:r>
          </a:p>
        </p:txBody>
      </p:sp>
      <p:pic>
        <p:nvPicPr>
          <p:cNvPr id="6148" name="Picture 4" descr="Signature Espresso Beverages – Sightglass Coffee">
            <a:extLst>
              <a:ext uri="{FF2B5EF4-FFF2-40B4-BE49-F238E27FC236}">
                <a16:creationId xmlns:a16="http://schemas.microsoft.com/office/drawing/2014/main" id="{6562E7FF-121F-02D8-ADC2-35F2517CE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557" y="3166418"/>
            <a:ext cx="4786184" cy="299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431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5CCE6E-EAAC-8348-180C-B123739B410B}"/>
              </a:ext>
            </a:extLst>
          </p:cNvPr>
          <p:cNvSpPr txBox="1"/>
          <p:nvPr/>
        </p:nvSpPr>
        <p:spPr>
          <a:xfrm>
            <a:off x="2390274" y="1130968"/>
            <a:ext cx="650507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800" dirty="0">
                <a:latin typeface="Algerian" panose="04020705040A02060702" pitchFamily="8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8553035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{4E9EE579-CCBD-4694-9C9A-788E294E8476}tf12214701_win32</Template>
  <TotalTime>112</TotalTime>
  <Words>677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Aptos Narrow</vt:lpstr>
      <vt:lpstr>Arial</vt:lpstr>
      <vt:lpstr>Goudy Old Style</vt:lpstr>
      <vt:lpstr>Wingdings 2</vt:lpstr>
      <vt:lpstr>SlateVTI</vt:lpstr>
      <vt:lpstr>Coffee Shop Sales Analysis</vt:lpstr>
      <vt:lpstr>PowerPoint Presentation</vt:lpstr>
      <vt:lpstr> Questions Answered! </vt:lpstr>
      <vt:lpstr>PowerPoint Presentation</vt:lpstr>
      <vt:lpstr>Q1. How do sales vary by day of the week and hour of the day? </vt:lpstr>
      <vt:lpstr>Q2. Are there any peak time for sales activity? </vt:lpstr>
      <vt:lpstr>PowerPoint Presentation</vt:lpstr>
      <vt:lpstr>Q4. What is the average price/order ? </vt:lpstr>
      <vt:lpstr>Q6. How do sales vary by product category and type ?  </vt:lpstr>
      <vt:lpstr>Q7. Total sales analysis for the month January ?   Total Sales Overview - January </vt:lpstr>
      <vt:lpstr>  </vt:lpstr>
      <vt:lpstr>Q8. What product is the least and most famous in store  ?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Suryapratap Daur</dc:creator>
  <cp:lastModifiedBy>Suryapratap Daur</cp:lastModifiedBy>
  <cp:revision>1</cp:revision>
  <dcterms:created xsi:type="dcterms:W3CDTF">2025-11-09T03:39:22Z</dcterms:created>
  <dcterms:modified xsi:type="dcterms:W3CDTF">2025-11-09T09:18:48Z</dcterms:modified>
</cp:coreProperties>
</file>